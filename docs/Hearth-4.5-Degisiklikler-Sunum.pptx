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  4.5.0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değişti, neden değişti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terimler ne işe yarar?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brifing · Kendi signal sunucusu (Faz 2) · Toju kalıpları bağlamı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alternatifi P2P masaüstü uygulaması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 nedir?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38988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Arkadaşlarla ses, ekran paylaşımı, dosya ve sohbet — masaüstü (Electron).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12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Medya modeli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2128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(cihazlar arası). Ses/görüntü sunucudan geçmez.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İsteğe bağlı bulut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0358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Supabase: hesap, arkadaş isteği. Medya taşımaz.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58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Olmayan şey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8587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Discord kopyası değil; sunucu/oda/plugin pazarı yok.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Önceki durum: ne eksikti?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BAĞIMLILIK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PeerJS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(0.peerjs.com)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bağlantı sinyali üçüncü parti bulutta. Kontrol, gizlilik ve LAN senaryosu sınırlı.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Sinyal “bizim evimizde” değil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Presence (kim online) dağınık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Toju tarzı kendi sunucu yok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LAN/VPS ile tek host zor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2: kendi signal sunucusu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host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PeerJS sinyali 127.0.0.1, LAN IP veya VPS’te.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online, durum ve status text — WebSocket ile.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Medya hâlâ P2P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/ ekran / dosya sunucudan geçmez.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 dönüş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signal.enabled:false → public PeerJS fallback.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MİMARİ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Sinyal sunucuda · medya P2P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2606040" cy="73152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 istemci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+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PeerJS client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260604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057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/peerjs  ·  /presence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417320"/>
            <a:ext cx="2606040" cy="73152"/>
          </a:xfrm>
          <a:prstGeom prst="rect">
            <a:avLst/>
          </a:prstGeom>
          <a:solidFill>
            <a:srgbClr val="6BCB8B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Arkadaş cihazı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Diğer Hearth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istemcisi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◄── signaling (SDP / ICE / presence) ──►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347472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6118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medya + data channel (ses, ekran, dosya, sohbet)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023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Doğrudan cihazlar arası · signal-server bu trafiği taşımaz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DEĞİŞİKLİKLER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Neler eklendi / değişti?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solidFill>
            <a:srgbClr val="171A2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Dosya / alan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280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işe yarıyor / neden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384048"/>
          </a:xfrm>
          <a:prstGeom prst="rect">
            <a:avLst/>
          </a:prstGeom>
          <a:solidFill>
            <a:srgbClr val="1417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673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signal-server/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16733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PeerJS + presence sunucusu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presence-client.js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057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İstemci: roster ve durum 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8229600" cy="384048"/>
          </a:xfrm>
          <a:prstGeom prst="rect">
            <a:avLst/>
          </a:prstGeom>
          <a:solidFill>
            <a:srgbClr val="14171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41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441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+ isteğe bağlı embed signal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825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282549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host, presence, status push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8229600" cy="384048"/>
          </a:xfrm>
          <a:prstGeom prst="rect">
            <a:avLst/>
          </a:prstGeom>
          <a:solidFill>
            <a:srgbClr val="14171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09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cloud/*example*.json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209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bloğu dokümantasyonu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5935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scripts/patch-deps.js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electron-builder + peer uyumu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solidFill>
            <a:srgbClr val="14171E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/ CHANGELOG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3977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Mimari ve sürüm notları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SIGNAL-SERVER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kapı: peerjs · presence · health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36192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0F1117"/>
          </a:solidFill>
          <a:ln w="19050">
            <a:solidFill>
              <a:srgbClr val="8B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36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/peerjs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4447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PeerJS sinyali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17556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bağlantısı için offer/answer/ICE mesajları. Ses ve video buradan akmaz.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587752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0F1117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87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/presence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4963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Durum WebSocket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28072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identify, roster, status_update. Kim çevrimiçi, idle/dnd, status text.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39312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0F1117"/>
          </a:solidFill>
          <a:ln w="19050">
            <a:solidFill>
              <a:srgbClr val="6BC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39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5478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Sağlık kontrolü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34640" y="38587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Sunucu ayakta mı? Online sayısı. Ops / smoke için.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ÇALIŞTIRMA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mi, ayrı sunucu mu?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(varsayılan)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start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açılırken main.js 127.0.0.1:9000’de signal’i süreç içi başlatır.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bilgisayarda / tek kullanıcı test için yeterli.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signal.embed: true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AYRI SUNUCU (LAN / VPS)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signal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arkadaşlar aynı host IP/domain’i kullanır.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embed: false, host: LAN IP veya domain.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Farklı PC’lerde “online görünmeme”nin çözümü.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İSTEMCİ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 ve presence-client ne yapıyor?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signalCfg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371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cloud-config’ten okunur. host/port/path. Peer nereye bağlansın?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buildPeerOptions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host varsa PeerJS’i oraya yönlendirir; yoksa public fallback.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startSignalPresence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HearthPresence.connect — roster ve status_update dinler.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updateStatus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Durum / status text değişince hem P2P hello hem presence WS.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DÜZELTMELER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 bug’lar ve nedenleri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44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signalCfg hiç atanmıyordu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184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Neden: Boot’ta cloud-config okunuyordu ama signal bloğu değişkene yazılmıyordu → her zaman public PeerJS.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Çözüm: Init’te cfg.signal → signalCfg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41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Presence WS 400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7157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Neden: PeerJS tüm WebSocket upgrade’leri ele alıp /presence’i reddediyordu.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Çözüm: Upgrade: önce /presence, sonra PeerJS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387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Kurulum build kırılıyordu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13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Neden: peer paketinde hatalı "binary" string alanı electron-builder’ı çökertiyordu.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Çözüm: scripts/patch-deps.js + postinstall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bloğu alanları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89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ise public PeerJS; true ise kendi host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12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Sunucu adresi (127.0.0.1, LAN IP, domain)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35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Varsayılan 9000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58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→ wss/https (TLS arkasında)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389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peerPath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PeerJS yolu, genelde /peerjs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10312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212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presencePath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WS yolu, genelde /presence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35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→ Electron içinde başlat (yalnızca local host)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SÖZLÜK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Bağlantı ve medya terimleri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Tarayıcı/Electron’da gerçek zamanlı ses, görüntü ve veri protokol ailesi.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Peer-to-peer: medya sunucu üzerinden değil, cihazlar arasında akar.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Bağlantıyı kurmak için küçük kontrol mesajları. Medya taşımaz.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Description: “hangi codec, ne göndereceğim?” teklifi.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Ağ yollarını dener (NAT traversal). “Hangi IP/port ile buluşalım?”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42900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PeerJS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WebRTC’yi basitleştiren kütüphane; ID ve Media/DataConnection.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SÖZLÜK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Sunucu, durum ve paketleme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80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ExpressPeerServer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Node/Express üzerinde PeerJS sunucu parçası (/peerjs).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80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roster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online listesi; durum (online, idle, dnd, invisible).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214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2395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Kullanıcının kısa durum yazısı (“Toplantıda” vb.).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029968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1214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395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yönlü anlık kanal; presence için kullanıyoruz.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71216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9626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sürecinin Electron main içinde ayağa kalkması.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71216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626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Opsiyonel auth/arkadaş bulutu; medya ve signal değil.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12464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8039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electron-builder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4078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Hearth-Setup.exe ve auto-update artefaktları üretir.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712464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8039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smoke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19472" y="4078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ile arayüz tıklama testi (npm run ui:smoke).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TOJU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alındı, ne alınmadı?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ALINDI (kalıplar)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Kendi signal sunucusu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Medya sunucuya girmez kuralı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Display-media singleton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İkon / asset path disiplini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Stream cleanup (hangup)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UI lab / e2e düşüncesi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28016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ALINMADI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Angular 21 monorepo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Oda / sunucu / plugin CQRS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TypeORM backend ürünü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Capacitor mobil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Toju’yu Hearth yerine koymak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KULLANIM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komutlar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3108960" cy="411480"/>
          </a:xfrm>
          <a:prstGeom prst="roundRect">
            <a:avLst>
              <a:gd name="adj" fmla="val 11111"/>
            </a:avLst>
          </a:prstGeom>
          <a:solidFill>
            <a:srgbClr val="0F1117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start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1417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+ gömülü signal (local)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194560"/>
            <a:ext cx="3108960" cy="411480"/>
          </a:xfrm>
          <a:prstGeom prst="roundRect">
            <a:avLst>
              <a:gd name="adj" fmla="val 11111"/>
            </a:avLst>
          </a:prstGeom>
          <a:solidFill>
            <a:srgbClr val="0F1117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signal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Ayrı signal sunucusu (LAN/VPS host)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71800"/>
            <a:ext cx="3108960" cy="411480"/>
          </a:xfrm>
          <a:prstGeom prst="roundRect">
            <a:avLst>
              <a:gd name="adj" fmla="val 11111"/>
            </a:avLst>
          </a:prstGeom>
          <a:solidFill>
            <a:srgbClr val="0F1117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ui:smoke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2971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Arayüz otomasyon testi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49040"/>
            <a:ext cx="3108960" cy="411480"/>
          </a:xfrm>
          <a:prstGeom prst="roundRect">
            <a:avLst>
              <a:gd name="adj" fmla="val 11111"/>
            </a:avLst>
          </a:prstGeom>
          <a:solidFill>
            <a:srgbClr val="0F1117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C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setup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0" y="3749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Hearth-Setup.exe üret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13716"/>
          </a:xfrm>
          <a:prstGeom prst="rect">
            <a:avLst/>
          </a:prstGeom>
          <a:solidFill>
            <a:srgbClr val="2A2E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cümleyle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· Faz 2 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Hearth artık WebRTC sinyalini kendi sunucusunda (veya gömülü) yönetiyor; ses, ekran ve dosya hâlâ doğrudan arkadaşlar arasında.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4.5.0 build · smoke PASS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9718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Opsiyonel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Release yayın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3: app.js bölme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Hearth 4.5 — Değişiklikler ve Kavramlar</dc:title>
  <dc:subject>Faz 2 signal sunucusu brifingi</dc:subject>
  <dc:creator>Hearth</dc:creator>
  <cp:lastModifiedBy>Hearth</cp:lastModifiedBy>
  <cp:revision>1</cp:revision>
  <dcterms:created xsi:type="dcterms:W3CDTF">2026-07-18T13:43:46Z</dcterms:created>
  <dcterms:modified xsi:type="dcterms:W3CDTF">2026-07-18T13:43:46Z</dcterms:modified>
</cp:coreProperties>
</file>